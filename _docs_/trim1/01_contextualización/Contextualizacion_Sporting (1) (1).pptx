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468" r:id="rId2"/>
    <p:sldId id="503" r:id="rId3"/>
    <p:sldId id="499" r:id="rId4"/>
    <p:sldId id="504" r:id="rId5"/>
    <p:sldId id="502" r:id="rId6"/>
    <p:sldId id="508" r:id="rId7"/>
    <p:sldId id="509" r:id="rId8"/>
    <p:sldId id="511" r:id="rId9"/>
    <p:sldId id="513" r:id="rId10"/>
    <p:sldId id="505" r:id="rId11"/>
    <p:sldId id="264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04"/>
    <p:restoredTop sz="86369"/>
  </p:normalViewPr>
  <p:slideViewPr>
    <p:cSldViewPr snapToGrid="0">
      <p:cViewPr varScale="1">
        <p:scale>
          <a:sx n="97" d="100"/>
          <a:sy n="97" d="100"/>
        </p:scale>
        <p:origin x="978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5508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10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5089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19/06/2026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415155" y="2761818"/>
            <a:ext cx="3163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Sporting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2E76A5-88A0-4319-A3B8-32EC2233F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865" y="2292987"/>
            <a:ext cx="2051986" cy="227202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E145462-2291-41F2-BADE-C1D233238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348" y="2456481"/>
            <a:ext cx="2845517" cy="153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4198687" y="675443"/>
            <a:ext cx="37946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Sporting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Bernal Pereira Johan Stiven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Rojas Loaiza Juan Sebastián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Juan Camilo Rojas Loaiza</a:t>
            </a:r>
          </a:p>
          <a:p>
            <a:pPr algn="ctr"/>
            <a:r>
              <a:rPr lang="es-E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Jhon</a:t>
            </a:r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 Holman Córdoba </a:t>
            </a:r>
            <a:r>
              <a:rPr lang="es-E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Irúa</a:t>
            </a:r>
            <a:endParaRPr lang="es-E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Primer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Bogotá, 25 de marzo de 2023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157468" y="2757318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157468" y="2427962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1157468" y="3301811"/>
            <a:ext cx="4094699" cy="335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300" dirty="0">
                <a:latin typeface="Work Sans Light" pitchFamily="2" charset="77"/>
              </a:rPr>
              <a:t>Desarrollar un sistema de información web denominado Sporting como apoyo a la gestión de categorías, entrenamientos, torneos, productos e inscripción de equipos de la escuela Impacto Futsal.</a:t>
            </a:r>
          </a:p>
          <a:p>
            <a:pPr>
              <a:lnSpc>
                <a:spcPct val="150000"/>
              </a:lnSpc>
            </a:pPr>
            <a:endParaRPr lang="es-ES" sz="1300" dirty="0">
              <a:latin typeface="Work Sans Light" pitchFamily="2" charset="77"/>
            </a:endParaRPr>
          </a:p>
          <a:p>
            <a:pPr>
              <a:lnSpc>
                <a:spcPct val="150000"/>
              </a:lnSpc>
            </a:pPr>
            <a:r>
              <a:rPr lang="es-MX" sz="1300" dirty="0">
                <a:latin typeface="Work Sans Light" pitchFamily="2" charset="0"/>
              </a:rPr>
              <a:t>Esta presentación describe la problemática de comunicación actual y los objetivos del sistema. Se detalla la justificación, el alcance logístico y la base tecnológica del proyecto, orientados a la transformación digital de la escuela Impacto F.S</a:t>
            </a:r>
            <a:r>
              <a:rPr lang="es-MX" sz="1300" b="1" dirty="0">
                <a:latin typeface="Work Sans Light" pitchFamily="2" charset="0"/>
              </a:rPr>
              <a:t>.</a:t>
            </a:r>
            <a:endParaRPr lang="es-MX" sz="1300" dirty="0">
              <a:latin typeface="Work Sans Light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3B39A2-C945-430E-A474-3D912C618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420" y="0"/>
            <a:ext cx="5624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Sporting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Work Sans Light" pitchFamily="2" charset="77"/>
              </a:rPr>
              <a:t>Problema</a:t>
            </a:r>
          </a:p>
          <a:p>
            <a:r>
              <a:rPr lang="es-CO" sz="3200" b="1" dirty="0">
                <a:latin typeface="Work Sans Light" pitchFamily="2" charset="77"/>
              </a:rPr>
              <a:t>Objetivos</a:t>
            </a:r>
          </a:p>
          <a:p>
            <a:r>
              <a:rPr lang="es-CO" sz="3200" b="1" dirty="0">
                <a:latin typeface="Work Sans Light" pitchFamily="2" charset="77"/>
              </a:rPr>
              <a:t>Justificación</a:t>
            </a:r>
          </a:p>
          <a:p>
            <a:r>
              <a:rPr lang="es-CO" sz="3200" b="1" dirty="0">
                <a:latin typeface="Work Sans Light" pitchFamily="2" charset="77"/>
              </a:rPr>
              <a:t>Alcance</a:t>
            </a:r>
          </a:p>
          <a:p>
            <a:r>
              <a:rPr lang="es-CO" sz="3200" b="1" dirty="0">
                <a:latin typeface="Work Sans Light" pitchFamily="2" charset="77"/>
              </a:rPr>
              <a:t>Delimitación</a:t>
            </a:r>
          </a:p>
          <a:p>
            <a:r>
              <a:rPr lang="es-CO" sz="3200" b="1" dirty="0">
                <a:latin typeface="Work Sans Light" pitchFamily="2" charset="77"/>
              </a:rPr>
              <a:t>Entregables Trimestre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0767EB1-8C2D-4927-A7BA-CD02FF92F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805" y="2817909"/>
            <a:ext cx="1739298" cy="20168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C80B6F7-ECAA-4937-9A26-16B6B316F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02" y="2817909"/>
            <a:ext cx="3071659" cy="165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85434" y="1731011"/>
            <a:ext cx="11421132" cy="456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300" dirty="0">
                <a:latin typeface="Work Sans Light" pitchFamily="2" charset="0"/>
              </a:rPr>
              <a:t>La escuela de microfútbol “Impacto F.S” es una organización deportiva ubicada en Villa Catalina, dentro del barrio Chucua en la localidad de Suba. Esta institución se dedica a la formación deportiva de niños y jóvenes, buscando fomentar el talento local y el aprovechamiento del tiempo libre a través de la práctica disciplinada del fútbol de salón.</a:t>
            </a:r>
          </a:p>
          <a:p>
            <a:pPr algn="ctr">
              <a:lnSpc>
                <a:spcPct val="150000"/>
              </a:lnSpc>
            </a:pPr>
            <a:endParaRPr lang="es-MX" sz="1300" dirty="0">
              <a:latin typeface="Work Sans Light" pitchFamily="2" charset="0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300" dirty="0">
                <a:latin typeface="Work Sans Light" pitchFamily="2" charset="0"/>
              </a:rPr>
              <a:t>Los procesos en los que se proyecta intervenir para la mejora institucional comprenden la Gestión de Horarios por categorías, la Administración de Inscripciones, Torneos y Difusión de productos e implementos deportivos. Estas áreas han sido identificadas como críticas para el crecimiento administrativo y la eficiencia operativa de la escuela de microfútbol.</a:t>
            </a:r>
          </a:p>
          <a:p>
            <a:pPr algn="ctr">
              <a:lnSpc>
                <a:spcPct val="150000"/>
              </a:lnSpc>
            </a:pPr>
            <a:endParaRPr lang="es-MX" sz="1300" dirty="0">
              <a:latin typeface="Work Sans Light" pitchFamily="2" charset="0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300" dirty="0">
                <a:latin typeface="Work Sans Light" pitchFamily="2" charset="0"/>
              </a:rPr>
              <a:t>Para el análisis de la información, se aplicarán Encuestas a los estudiantes y Entrevistas a entrenadores para determinar las fallas en los canales de comunicación y la recepción de la información.</a:t>
            </a:r>
          </a:p>
          <a:p>
            <a:pPr algn="ctr">
              <a:lnSpc>
                <a:spcPct val="150000"/>
              </a:lnSpc>
            </a:pPr>
            <a:endParaRPr lang="es-MX" sz="1300" dirty="0">
              <a:latin typeface="Work Sans Light" pitchFamily="2" charset="0"/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419" sz="1300" dirty="0">
                <a:latin typeface="Work Sans Light" pitchFamily="2" charset="0"/>
              </a:rPr>
              <a:t>El proceso de Programación Académica se realiza mediante imágenes en WhatsApp, lo que impide una consulta dinámica de los horarios por categoría. Asimismo, el Registro y Matrícula carece de una plataforma centralizada, dependiendo de que los acudientes descarguen y lean la información de forma individual. Por último, la Comercialización de Implementos se limita a fotos en chats grupales, donde los precios y el stock se pierden en el historial, generando desorden y falta de claridad.</a:t>
            </a:r>
            <a:endParaRPr lang="es-MX" sz="1300" dirty="0">
              <a:latin typeface="Work Sans Light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355604D-3417-41D4-8F1C-5DFC46017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808" y="165734"/>
            <a:ext cx="1080001" cy="11616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8B4927C-08A5-4D4D-8A64-44591F3FC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151" y="0"/>
            <a:ext cx="2354745" cy="126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9F5C6E-56A2-4CF1-8388-CDD675DA7E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890"/>
          <a:stretch/>
        </p:blipFill>
        <p:spPr>
          <a:xfrm>
            <a:off x="5761703" y="0"/>
            <a:ext cx="5240594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484946" y="1286827"/>
            <a:ext cx="51141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0"/>
              </a:rPr>
              <a:t>Desarrollar un Sistema de Información Web Sporting para el apoyo a los procesos de gestión de horarios, administración de torneos, control de equipos por categorías y visualización de catálogo virtual de la escuela de microfútbol Impacto F.S.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223736" y="3660486"/>
            <a:ext cx="5778230" cy="2318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i="0" dirty="0">
                <a:effectLst/>
                <a:latin typeface="Work Sans Light" pitchFamily="2" charset="0"/>
              </a:rPr>
              <a:t>Desarrollar el módulo Usuarios del Sistema Sporting</a:t>
            </a:r>
            <a:r>
              <a:rPr lang="es-MX" sz="1400" dirty="0">
                <a:latin typeface="Work Sans Light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b="0" i="0" dirty="0">
                <a:effectLst/>
                <a:latin typeface="Work Sans Light" pitchFamily="2" charset="0"/>
              </a:rPr>
              <a:t>Desarrollar un módulo de categoría del sistema Sporting</a:t>
            </a:r>
            <a:r>
              <a:rPr lang="es-MX" sz="1400" dirty="0">
                <a:latin typeface="Work Sans Light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b="0" i="0" dirty="0">
                <a:effectLst/>
                <a:latin typeface="Work Sans Light" pitchFamily="2" charset="0"/>
              </a:rPr>
              <a:t>Desarrollar el módulo de </a:t>
            </a:r>
            <a:r>
              <a:rPr lang="es-MX" sz="1400" dirty="0">
                <a:latin typeface="Work Sans Light" pitchFamily="2" charset="0"/>
              </a:rPr>
              <a:t>h</a:t>
            </a:r>
            <a:r>
              <a:rPr lang="es-MX" sz="1400" b="0" i="0" dirty="0">
                <a:effectLst/>
                <a:latin typeface="Work Sans Light" pitchFamily="2" charset="0"/>
              </a:rPr>
              <a:t>orarios de entrenamientos del sistema Sporting</a:t>
            </a:r>
            <a:r>
              <a:rPr lang="es-MX" sz="1400" dirty="0">
                <a:latin typeface="Work Sans Light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b="0" i="0" dirty="0">
                <a:effectLst/>
                <a:latin typeface="Work Sans Light" pitchFamily="2" charset="0"/>
              </a:rPr>
              <a:t>Desarrollar el módulo de Torneos del sistema Sporting.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b="0" i="0" dirty="0">
                <a:effectLst/>
                <a:latin typeface="Work Sans Light" pitchFamily="2" charset="0"/>
              </a:rPr>
              <a:t>Desarrollar el módulo de Productos deportivos visual del sistema Sporting.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31520" y="2062199"/>
            <a:ext cx="11528959" cy="414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500" dirty="0">
                <a:latin typeface="Work Sans Light" pitchFamily="2" charset="0"/>
              </a:rPr>
              <a:t>Se propone el desarrollo del sistema web Sporting para apoyar la gestión administrativa y deportiva de la escuela. Esta herramienta centraliza la operación mediante los módulos de Usuarios, Categorías, Entrenamientos, Torneos y Productos , sustituyendo el manejo informal de datos por una plataforma profesional y organizada.</a:t>
            </a:r>
          </a:p>
          <a:p>
            <a:pPr>
              <a:lnSpc>
                <a:spcPct val="150000"/>
              </a:lnSpc>
            </a:pPr>
            <a:endParaRPr lang="es-MX" sz="1500" dirty="0">
              <a:latin typeface="Work Sans Light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500" dirty="0">
                <a:latin typeface="Work Sans Light" pitchFamily="2" charset="0"/>
              </a:rPr>
              <a:t>La importancia del sistema radica en permitir el control de perfiles para entrenadores y alumnos. En los módulos de Categorías</a:t>
            </a:r>
            <a:r>
              <a:rPr lang="es-MX" sz="1500" b="1" dirty="0">
                <a:latin typeface="Work Sans Light" pitchFamily="2" charset="0"/>
              </a:rPr>
              <a:t> </a:t>
            </a:r>
            <a:r>
              <a:rPr lang="es-MX" sz="1500" dirty="0">
                <a:latin typeface="Work Sans Light" pitchFamily="2" charset="0"/>
              </a:rPr>
              <a:t>y Entrenamientos, se optimiza la logística grupal; mientras que en Torneos y Productos se gestionan eventos y el catálogo visual.</a:t>
            </a:r>
          </a:p>
          <a:p>
            <a:pPr>
              <a:lnSpc>
                <a:spcPct val="150000"/>
              </a:lnSpc>
            </a:pPr>
            <a:endParaRPr lang="es-MX" sz="1500" dirty="0">
              <a:latin typeface="Work Sans Light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500" dirty="0">
                <a:latin typeface="Work Sans Light" pitchFamily="2" charset="0"/>
              </a:rPr>
              <a:t>El proyecto Sporting. aportará al sector Deportivo como referente de transformación digital en escuelas locales. Al automatizar procesos, se reduce la carga operativa del entrenador y se garantiza información clara para los estudiantes, profesionalizando la imagen de la institución en la comunidad de Suba.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6F0B64-7D44-4F66-AC93-63FA961E8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092" y="208634"/>
            <a:ext cx="1080000" cy="112925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88BE25-96B2-43F1-851A-D9D70CED7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660" y="0"/>
            <a:ext cx="2284244" cy="123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923966"/>
            <a:ext cx="11447293" cy="3934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0"/>
              </a:rPr>
              <a:t>El sistema permitirá al administrador gestionar el acceso mediante un inicio de sesión único, facilitando la administración de categorías, horarios de entrenamiento y asignación de equipos a torneos. Asimismo, el perfil administrativo podrá actualizar el catálogo de productos, mientras que el estudiante podrá autenticarse para visualizar de manera centralizada toda la información deportiva y comercial de la escuela.</a:t>
            </a:r>
          </a:p>
          <a:p>
            <a:pPr>
              <a:lnSpc>
                <a:spcPct val="150000"/>
              </a:lnSpc>
            </a:pPr>
            <a:endParaRPr lang="es-MX" sz="1400" dirty="0">
              <a:latin typeface="Work Sans Light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0"/>
              </a:rPr>
              <a:t>En cuanto a las limitaciones, el sistema no realizará procesos de pagos, transacciones monetarias ni generación de recibos de caja. La plataforma se centrará exclusivamente en la gestión logística, informativa y de visualización, dejando fuera de su alcance cualquier tipo de pasarela de pagos electrónica o contabilidad financiera automatizada para la escuela Impacto F.S.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1400" dirty="0">
              <a:latin typeface="Work Sans Light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0"/>
              </a:rPr>
              <a:t>Para el desarrollo se empleará una arquitectura se utilizará HTML, CSS y JavaScript para el Front-</a:t>
            </a:r>
            <a:r>
              <a:rPr lang="es-MX" sz="1400" dirty="0" err="1">
                <a:latin typeface="Work Sans Light" pitchFamily="2" charset="0"/>
              </a:rPr>
              <a:t>End</a:t>
            </a:r>
            <a:r>
              <a:rPr lang="es-MX" sz="1400" dirty="0">
                <a:latin typeface="Work Sans Light" pitchFamily="2" charset="0"/>
              </a:rPr>
              <a:t>, mientras que el Back-</a:t>
            </a:r>
            <a:r>
              <a:rPr lang="es-MX" sz="1400" dirty="0" err="1">
                <a:latin typeface="Work Sans Light" pitchFamily="2" charset="0"/>
              </a:rPr>
              <a:t>End</a:t>
            </a:r>
            <a:r>
              <a:rPr lang="es-MX" sz="1400" dirty="0">
                <a:latin typeface="Work Sans Light" pitchFamily="2" charset="0"/>
              </a:rPr>
              <a:t> se construirá con PHP y un sistema de gestión de bases de datos MySQL. Esta infraestructura tecnológica garantiza una plataforma web escalable, segura y de fácil acceso desde cualquier navegador.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6228A4-4F48-47E5-8E9B-1E288FDC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092" y="202221"/>
            <a:ext cx="1080000" cy="11420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4BBB914-FD90-416B-8FDB-CB88F9170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005" y="0"/>
            <a:ext cx="2363737" cy="127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400" dirty="0">
                <a:latin typeface="Work Sans Light" pitchFamily="2" charset="0"/>
              </a:rPr>
              <a:t>Sporting es una plataforma web para la gestión administrativa y operativa de escuelas de formación deportiva. El sistema permite el control de usuarios con roles para entrenadores y estudiantes, la organización de horarios por categorías y la visualización de torneos internos. Técnicamente, se apoya en una base de datos relacional en PostgreSQL y una interfaz responsiva en </a:t>
            </a:r>
            <a:r>
              <a:rPr lang="es-MX" sz="1400" dirty="0" err="1">
                <a:latin typeface="Work Sans Light" pitchFamily="2" charset="0"/>
              </a:rPr>
              <a:t>React</a:t>
            </a:r>
            <a:r>
              <a:rPr lang="es-MX" sz="1400" dirty="0">
                <a:latin typeface="Work Sans Light" pitchFamily="2" charset="0"/>
              </a:rPr>
              <a:t>. El alcance del catálogo de productos es informativo, facilitando la gestión de inventario sin procesar pagos directamente en la aplicación.</a:t>
            </a:r>
          </a:p>
          <a:p>
            <a:endParaRPr lang="es-MX" sz="1600" dirty="0">
              <a:latin typeface="Work Sans Light" pitchFamily="2" charset="0"/>
            </a:endParaRPr>
          </a:p>
          <a:p>
            <a:endParaRPr lang="es-MX" sz="1600" dirty="0">
              <a:latin typeface="Work Sans Light" pitchFamily="2" charset="77"/>
            </a:endParaRPr>
          </a:p>
          <a:p>
            <a:endParaRPr lang="es-MX" sz="1600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C0525DA-9CD9-4C55-88EE-034CBF123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677" y="200188"/>
            <a:ext cx="1079086" cy="11461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7BFB495-899C-4B60-85F1-E5F8B3632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180" y="0"/>
            <a:ext cx="2471892" cy="13325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A7E73DB-352B-4185-97C4-70977AC33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741" y="3112851"/>
            <a:ext cx="5768741" cy="363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Plan de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Levantamiento de Información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Procesos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IEEE-830 o Historias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Casos de Uso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Casos de Uso Extendido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Prototipo No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Entidad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Relacional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Diccionario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Script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Sentencias 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Consultas DML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Automatización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Planeación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Instalación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Aplicaciones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</a:t>
            </a:r>
            <a:r>
              <a:rPr lang="es-MX" sz="1400">
                <a:latin typeface="Work Sans Light" pitchFamily="2" charset="77"/>
              </a:rPr>
              <a:t>Web – Servidor </a:t>
            </a:r>
            <a:r>
              <a:rPr lang="es-MX" sz="1400" dirty="0">
                <a:latin typeface="Work Sans Light" pitchFamily="2" charset="77"/>
              </a:rPr>
              <a:t>Externo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4FD2D85-6B68-4CDF-BAA5-E13B344B9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348" y="200188"/>
            <a:ext cx="1079086" cy="1146147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45A8135-AB22-4862-8496-E1004FD05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681" y="110479"/>
            <a:ext cx="2071489" cy="11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985</Words>
  <Application>Microsoft Office PowerPoint</Application>
  <PresentationFormat>Panorámica</PresentationFormat>
  <Paragraphs>87</Paragraphs>
  <Slides>11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Alcance</vt:lpstr>
      <vt:lpstr>Delimitación</vt:lpstr>
      <vt:lpstr>Entregables Proyecto Formativo por Trimestre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APRENDIZ</cp:lastModifiedBy>
  <cp:revision>82</cp:revision>
  <dcterms:created xsi:type="dcterms:W3CDTF">2020-10-01T23:51:28Z</dcterms:created>
  <dcterms:modified xsi:type="dcterms:W3CDTF">2026-06-19T22:24:55Z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